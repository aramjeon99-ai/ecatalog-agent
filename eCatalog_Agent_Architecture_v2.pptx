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887200" cy="913085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iagram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887200" cy="913085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